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Heart failure basics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Left-sided failure causes pulmonary congestion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Right-sided failure causes peripheral oedema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solidFill>
            <a:srgbClr val="087D7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Daily weights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Sign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Weight up 2 kg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2026-10-16T14:53:41Z</dcterms:created>
  <dcterms:modified xsi:type="dcterms:W3CDTF">2026-10-16T14:53:41Z</dcterms:modified>
</cp:coreProperties>
</file>